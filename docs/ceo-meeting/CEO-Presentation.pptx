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Automated Distributor Sales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From PDF chaos to accurate SSR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Prepared for: Medicronis  |  Prepared by: MITRIXS — Abid Ali  |  [Meeting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48+ distributors send sales data as PDF files in inconsistent formats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One employee spends all day, every day reviewing PDFs and entering data manually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SSR (Sales Stock Report) and management reports can only be produced after manual processing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Impact: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Slow reporting → delayed management decisions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High risk of human error (quantities, product mapping, duplicates)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centralized view of distributor sales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We Demonstrated (Trial Proof)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With System (Trial)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PDF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Manual, all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[X] minutes per batch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SSR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After manual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Automated after upload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Product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[X]% auto-matched; exceptions reviewed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Formats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[X] of [Y] PDFs processed successfully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 —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 Distributor Sales Intelligence Platform — not a rip-and-replace ERP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Distributor PDFs → Extract &amp; normalize → Product matching → SSR &amp; reports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                            ↓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                  Human review for exceptions only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Phase 1 delivers: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Upload distributor PDFs (single or bulk)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Automatic data extraction (digital + scanned via OCR)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Map distributor products to your product master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Generate SSR in your existing format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Export Excel/PDF; basic sales visibility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Works alongside your current sales software — fills the gap it cannot cover.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This Approach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Our Approach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48 different PDF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Template rules per distributor; roll out in waves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Same product, different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Fuzzy + rule-based matching + review queue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Scanned PDFs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OCR pipeline for non-digital documents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Trust &amp;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Human validates exceptions; system learns mappings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Existing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Integration-first — no forced migration in Phase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1 Scope (What You Approve Today)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 scope — MVP (6–8 weeks after kickoff):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User access &amp; roles (admin, data entry, viewer)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Distributor master &amp; document templates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Product master integration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PDF upload, processing, history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Product matching + validation screen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SSR generation (your confirmed format)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Excel/PDF export, basic dashboard, audit log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Out of scope for Phase 1 (future phases):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Inventory, procurement, finance, HR, full ERP replacement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✓ Done — Discovery + POC + Trial demo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Week 1–2 — Requirements lock, product master, top 10 distributor templates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Week 3–6 — Core platform, extraction engine, SSR, review workflow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Week 7–8 — UAT with your team, fix edge cases, go-live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Post go-live — Add remaining distributor templates (2–4 per week)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Go-live: Top 10–15 distributors (~[X]% of volume)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Month 2–3: Remaining templates based on priority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Case / ROI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Estimate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Staff time on PDF/SSR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~8 hrs/day × 22 days = ~176 hrs/month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Phase 1 target after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&lt;20 hrs/month (review exceptions only)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Time recovered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~150+ hrs/month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Error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Fewer rework cycles, faster SSR turnaround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Management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Same-day consolidated sales view vs multi-day delay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Investment &amp; Commercial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Kickoff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Signed scope, access,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30% — [Amount]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Core engine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Upload, extract, match,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40% — [Amount]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Go-live +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SSR production, [X] distributor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30% — [Amount]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Success Metrics (Phase 1 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≥90% field extraction accuracy on digital PDFs (top templates)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≥85% product auto-match rate; remainder in review queue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SSR generation: same day vs current multi-day cycle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Manual data entry: ≥80% reduction in hours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10–15 distributor templates live at go-live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System availability: ≥99% during business hours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Review at 30 / 60 / 90 days post go-live.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Long-Term Vision (Optional Future Phases)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Phase 1 is the foundation — not the ceiling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Once sales data is centralized, the same platform can grow into: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Advanced sales analytics (territory, targets, growth)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Inventory &amp; batch/expiry (pharma-specific)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Procurement &amp; finance integration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Single source of truth across operations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Today's decision: Approve Phase 1 only.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Future phases: Optional, based on proven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Recommended Decision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 request approval to proceed with Phase 1: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Approve Phase 1 scope &amp; commercial terms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Nominate project sponsor + daily user as UAT contact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Provide product master export + remaining PDF samples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Kickoff within [X] days of signing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Contact: Abid Ali · MITRIXS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03204014920 · mitrixsofficial@gmail.com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